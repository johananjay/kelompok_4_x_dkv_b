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-78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70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0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46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48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91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37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513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36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920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40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196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AE71-D127-4B8B-B35B-71A8272A1A4C}" type="datetimeFigureOut">
              <a:rPr lang="en-ID" smtClean="0"/>
              <a:t>29/05/2025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4C33AEC-4253-4629-BAA9-E1E94D262729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4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83890B-CD23-3A4E-A5E3-46AB69EF6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464" y="170122"/>
            <a:ext cx="9144000" cy="1021596"/>
          </a:xfrm>
        </p:spPr>
        <p:txBody>
          <a:bodyPr>
            <a:normAutofit fontScale="90000"/>
          </a:bodyPr>
          <a:lstStyle/>
          <a:p>
            <a:r>
              <a:rPr lang="en-US" dirty="0"/>
              <a:t>PEMROGRAMAN DASAR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9965C33-F5E8-9EA5-A7DF-B8AACB51A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4316" y="3710065"/>
            <a:ext cx="8637072" cy="2509832"/>
          </a:xfrm>
        </p:spPr>
        <p:txBody>
          <a:bodyPr>
            <a:normAutofit fontScale="25000" lnSpcReduction="2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/>
              <a:t>Anggota</a:t>
            </a:r>
            <a:r>
              <a:rPr lang="en-US" sz="7200" dirty="0"/>
              <a:t>: 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Johan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Rizki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Apriadi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Radit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Maulana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Reva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Syafira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Rizki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Darmawan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Salwa </a:t>
            </a:r>
            <a:r>
              <a:rPr lang="en-US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Azzahro</a:t>
            </a:r>
            <a:endParaRPr lang="en-ID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39FD2F2-5B0C-A533-D1BD-E84A071E1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437" y="1191718"/>
            <a:ext cx="2237282" cy="223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6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Penjelasan</a:t>
            </a:r>
            <a:r>
              <a:rPr lang="en-US" dirty="0" smtClean="0"/>
              <a:t> web </a:t>
            </a:r>
            <a:r>
              <a:rPr lang="en-US" dirty="0" err="1" smtClean="0"/>
              <a:t>warung</a:t>
            </a:r>
            <a:r>
              <a:rPr lang="en-US" dirty="0" smtClean="0"/>
              <a:t> kopi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Warung</a:t>
            </a:r>
            <a:r>
              <a:rPr lang="en-US" dirty="0"/>
              <a:t> kopi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usaha</a:t>
            </a:r>
            <a:r>
              <a:rPr lang="en-US" dirty="0"/>
              <a:t> </a:t>
            </a:r>
            <a:r>
              <a:rPr lang="en-US" dirty="0" err="1"/>
              <a:t>kuliner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populer</a:t>
            </a:r>
            <a:r>
              <a:rPr lang="en-US" dirty="0"/>
              <a:t> di </a:t>
            </a:r>
            <a:r>
              <a:rPr lang="en-US" dirty="0" err="1"/>
              <a:t>kalangan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, </a:t>
            </a:r>
            <a:r>
              <a:rPr lang="en-US" dirty="0" err="1"/>
              <a:t>khususnya</a:t>
            </a:r>
            <a:r>
              <a:rPr lang="en-US" dirty="0"/>
              <a:t> di </a:t>
            </a:r>
            <a:r>
              <a:rPr lang="en-US" dirty="0" err="1"/>
              <a:t>kalangan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muda</a:t>
            </a:r>
            <a:r>
              <a:rPr lang="en-US" dirty="0"/>
              <a:t>,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potensi</a:t>
            </a:r>
            <a:r>
              <a:rPr lang="en-US" dirty="0"/>
              <a:t> yang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berkembang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platform digital.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tren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yang </a:t>
            </a:r>
            <a:r>
              <a:rPr lang="en-US" dirty="0" err="1"/>
              <a:t>mengadopsi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, website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warung</a:t>
            </a:r>
            <a:r>
              <a:rPr lang="en-US" dirty="0"/>
              <a:t> kopi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mempromosikan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sarana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pengalaman</a:t>
            </a:r>
            <a:r>
              <a:rPr lang="en-US" dirty="0"/>
              <a:t> </a:t>
            </a:r>
            <a:r>
              <a:rPr lang="en-US" dirty="0" err="1"/>
              <a:t>pelanggan</a:t>
            </a:r>
            <a:r>
              <a:rPr lang="en-US" dirty="0"/>
              <a:t>. Website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menu, </a:t>
            </a:r>
            <a:r>
              <a:rPr lang="en-US" dirty="0" err="1"/>
              <a:t>harga</a:t>
            </a:r>
            <a:r>
              <a:rPr lang="en-US" dirty="0"/>
              <a:t>, </a:t>
            </a:r>
            <a:r>
              <a:rPr lang="en-US" dirty="0" err="1"/>
              <a:t>lokasi</a:t>
            </a:r>
            <a:r>
              <a:rPr lang="en-US" dirty="0"/>
              <a:t>,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pemesanan</a:t>
            </a:r>
            <a:r>
              <a:rPr lang="en-US" dirty="0"/>
              <a:t> online yang </a:t>
            </a:r>
            <a:r>
              <a:rPr lang="en-US" dirty="0" err="1"/>
              <a:t>praktis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8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13B5D2-BFAB-4257-EC62-8D4E4F17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Penjelasan</a:t>
            </a:r>
            <a:r>
              <a:rPr lang="en-US" dirty="0"/>
              <a:t> </a:t>
            </a:r>
            <a:r>
              <a:rPr lang="en-US" dirty="0" err="1"/>
              <a:t>css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F6E77F-4581-F8EB-706F-68CDB2B3A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D" dirty="0"/>
              <a:t>CSS (Cascading Style Sheets)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elemen-elemen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 yang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HTML. Jika HTML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rangka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web, </a:t>
            </a:r>
            <a:r>
              <a:rPr lang="en-ID" dirty="0" err="1"/>
              <a:t>maka</a:t>
            </a:r>
            <a:r>
              <a:rPr lang="en-ID" dirty="0"/>
              <a:t> CSS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i="1" dirty="0" err="1"/>
              <a:t>tampilan</a:t>
            </a:r>
            <a:r>
              <a:rPr lang="en-ID" i="1" dirty="0"/>
              <a:t> </a:t>
            </a:r>
            <a:r>
              <a:rPr lang="en-ID" i="1" dirty="0" err="1"/>
              <a:t>luarnya</a:t>
            </a:r>
            <a:r>
              <a:rPr lang="en-ID" dirty="0"/>
              <a:t> —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, </a:t>
            </a:r>
            <a:r>
              <a:rPr lang="en-ID" dirty="0" err="1"/>
              <a:t>bentuk</a:t>
            </a:r>
            <a:r>
              <a:rPr lang="en-ID" dirty="0"/>
              <a:t>, </a:t>
            </a:r>
            <a:r>
              <a:rPr lang="en-ID" dirty="0" err="1"/>
              <a:t>posisi</a:t>
            </a:r>
            <a:r>
              <a:rPr lang="en-ID" dirty="0"/>
              <a:t>, dan </a:t>
            </a:r>
            <a:r>
              <a:rPr lang="en-ID" dirty="0" err="1"/>
              <a:t>gaya</a:t>
            </a:r>
            <a:r>
              <a:rPr lang="en-ID" dirty="0"/>
              <a:t>.</a:t>
            </a:r>
          </a:p>
          <a:p>
            <a:r>
              <a:rPr lang="en-ID" dirty="0" err="1"/>
              <a:t>Dengan</a:t>
            </a:r>
            <a:r>
              <a:rPr lang="en-ID" dirty="0"/>
              <a:t> CSS, </a:t>
            </a:r>
            <a:r>
              <a:rPr lang="en-ID" dirty="0" err="1"/>
              <a:t>seorang</a:t>
            </a:r>
            <a:r>
              <a:rPr lang="en-ID" dirty="0"/>
              <a:t> developer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 yang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menarik</a:t>
            </a:r>
            <a:r>
              <a:rPr lang="en-ID" dirty="0"/>
              <a:t>, </a:t>
            </a:r>
            <a:r>
              <a:rPr lang="en-ID" dirty="0" err="1"/>
              <a:t>profesional</a:t>
            </a:r>
            <a:r>
              <a:rPr lang="en-ID" dirty="0"/>
              <a:t>, dan </a:t>
            </a:r>
            <a:r>
              <a:rPr lang="en-ID" dirty="0" err="1"/>
              <a:t>responsif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komputer</a:t>
            </a:r>
            <a:r>
              <a:rPr lang="en-ID" dirty="0"/>
              <a:t>, tablet, dan smartphone.</a:t>
            </a:r>
          </a:p>
        </p:txBody>
      </p:sp>
    </p:spTree>
    <p:extLst>
      <p:ext uri="{BB962C8B-B14F-4D97-AF65-F5344CB8AC3E}">
        <p14:creationId xmlns:p14="http://schemas.microsoft.com/office/powerpoint/2010/main" val="353797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794956-D05B-6B02-F8D2-B0FA744E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PENJELASAN HTML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261CC9-55D3-A9B1-6DEE-D7F43F41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132" y="1853754"/>
            <a:ext cx="9603275" cy="3450613"/>
          </a:xfrm>
        </p:spPr>
        <p:txBody>
          <a:bodyPr/>
          <a:lstStyle/>
          <a:p>
            <a:pPr>
              <a:buNone/>
            </a:pPr>
            <a:r>
              <a:rPr lang="en-ID" dirty="0"/>
              <a:t>HTML (</a:t>
            </a:r>
            <a:r>
              <a:rPr lang="en-ID" dirty="0" err="1"/>
              <a:t>HyperText</a:t>
            </a:r>
            <a:r>
              <a:rPr lang="en-ID" dirty="0"/>
              <a:t> Markup Language)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markah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dan </a:t>
            </a:r>
            <a:r>
              <a:rPr lang="en-ID" dirty="0" err="1"/>
              <a:t>menyusun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web. HTML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JavaScript),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</a:t>
            </a:r>
            <a:r>
              <a:rPr lang="en-ID" dirty="0" err="1"/>
              <a:t>markah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"tag" (</a:t>
            </a:r>
            <a:r>
              <a:rPr lang="en-ID" dirty="0" err="1"/>
              <a:t>penanda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memberi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pada </a:t>
            </a:r>
            <a:r>
              <a:rPr lang="en-ID" dirty="0" err="1"/>
              <a:t>konten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web.</a:t>
            </a:r>
          </a:p>
          <a:p>
            <a:r>
              <a:rPr lang="en-ID" dirty="0"/>
              <a:t>HTML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web,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 CSS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JavaScript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interaktivitas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9982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8980F0-95C0-3245-79BE-53FC0757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42ECFC7-C648-8C69-EFA4-3734E540C940}"/>
              </a:ext>
            </a:extLst>
          </p:cNvPr>
          <p:cNvSpPr txBox="1"/>
          <p:nvPr/>
        </p:nvSpPr>
        <p:spPr>
          <a:xfrm>
            <a:off x="578743" y="2031622"/>
            <a:ext cx="34651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Ini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 smtClean="0"/>
              <a:t>tampilan</a:t>
            </a:r>
            <a:r>
              <a:rPr lang="en-US" sz="2000" dirty="0" smtClean="0"/>
              <a:t> </a:t>
            </a:r>
            <a:r>
              <a:rPr lang="en-US" sz="2000" dirty="0" err="1" smtClean="0"/>
              <a:t>beranda</a:t>
            </a:r>
            <a:r>
              <a:rPr lang="en-US" sz="2000" dirty="0" smtClean="0"/>
              <a:t> web </a:t>
            </a:r>
            <a:r>
              <a:rPr lang="en-US" sz="2000" dirty="0" smtClean="0"/>
              <a:t> </a:t>
            </a:r>
            <a:r>
              <a:rPr lang="en-US" sz="2000" dirty="0" err="1"/>
              <a:t>kelompok</a:t>
            </a:r>
            <a:r>
              <a:rPr lang="en-US" sz="2000" dirty="0"/>
              <a:t> </a:t>
            </a:r>
            <a:r>
              <a:rPr lang="en-US" sz="2000" dirty="0" smtClean="0"/>
              <a:t>4</a:t>
            </a:r>
          </a:p>
          <a:p>
            <a:endParaRPr lang="en-US" sz="2000" dirty="0"/>
          </a:p>
          <a:p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sebuah</a:t>
            </a:r>
            <a:r>
              <a:rPr lang="en-US" sz="2000" dirty="0"/>
              <a:t> </a:t>
            </a:r>
            <a:r>
              <a:rPr lang="en-US" sz="2000" dirty="0" err="1"/>
              <a:t>proyek</a:t>
            </a:r>
            <a:r>
              <a:rPr lang="en-US" sz="2000" dirty="0"/>
              <a:t> web </a:t>
            </a:r>
            <a:r>
              <a:rPr lang="en-US" sz="2000" dirty="0" err="1"/>
              <a:t>warung</a:t>
            </a:r>
            <a:r>
              <a:rPr lang="en-US" sz="2000" dirty="0"/>
              <a:t> </a:t>
            </a:r>
            <a:r>
              <a:rPr lang="en-US" sz="2000" dirty="0" smtClean="0"/>
              <a:t>kopi </a:t>
            </a:r>
            <a:r>
              <a:rPr lang="en-US" sz="2000" dirty="0" err="1" smtClean="0"/>
              <a:t>menggunakan</a:t>
            </a:r>
            <a:r>
              <a:rPr lang="en-US" sz="2000" dirty="0"/>
              <a:t> HTML (</a:t>
            </a:r>
            <a:r>
              <a:rPr lang="en-US" sz="2000" dirty="0" err="1"/>
              <a:t>HyperText</a:t>
            </a:r>
            <a:r>
              <a:rPr lang="en-US" sz="2000" dirty="0"/>
              <a:t> Markup Language) </a:t>
            </a:r>
            <a:r>
              <a:rPr lang="en-US" sz="2000" dirty="0" err="1"/>
              <a:t>berfungsi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kerangka</a:t>
            </a:r>
            <a:r>
              <a:rPr lang="en-US" sz="2000" dirty="0"/>
              <a:t> </a:t>
            </a:r>
            <a:r>
              <a:rPr lang="en-US" sz="2000" dirty="0" err="1"/>
              <a:t>dasar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halaman</a:t>
            </a:r>
            <a:r>
              <a:rPr lang="en-US" sz="2000" dirty="0"/>
              <a:t> web </a:t>
            </a:r>
            <a:r>
              <a:rPr lang="en-US" sz="2000" dirty="0" err="1" smtClean="0"/>
              <a:t>menyusun</a:t>
            </a:r>
            <a:r>
              <a:rPr lang="en-US" sz="2000" dirty="0" smtClean="0"/>
              <a:t> </a:t>
            </a:r>
            <a:r>
              <a:rPr lang="en-US" sz="2000" dirty="0" err="1"/>
              <a:t>elemen-elemen</a:t>
            </a:r>
            <a:r>
              <a:rPr lang="en-US" sz="2000" dirty="0"/>
              <a:t>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, </a:t>
            </a:r>
            <a:r>
              <a:rPr lang="en-US" sz="2000" dirty="0" err="1" smtClean="0"/>
              <a:t>gambar</a:t>
            </a:r>
            <a:r>
              <a:rPr lang="en-US" sz="2000" dirty="0" smtClean="0"/>
              <a:t>, menu.</a:t>
            </a:r>
            <a:endParaRPr lang="en-ID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938" y="2046303"/>
            <a:ext cx="7926389" cy="4456418"/>
          </a:xfrm>
        </p:spPr>
      </p:pic>
    </p:spTree>
    <p:extLst>
      <p:ext uri="{BB962C8B-B14F-4D97-AF65-F5344CB8AC3E}">
        <p14:creationId xmlns:p14="http://schemas.microsoft.com/office/powerpoint/2010/main" val="335171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Tampilan</a:t>
            </a:r>
            <a:r>
              <a:rPr lang="en-US" dirty="0" smtClean="0"/>
              <a:t> menu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302" y="1963924"/>
            <a:ext cx="8535625" cy="4798946"/>
          </a:xfrm>
        </p:spPr>
      </p:pic>
    </p:spTree>
    <p:extLst>
      <p:ext uri="{BB962C8B-B14F-4D97-AF65-F5344CB8AC3E}">
        <p14:creationId xmlns:p14="http://schemas.microsoft.com/office/powerpoint/2010/main" val="4111142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tentang</a:t>
            </a:r>
            <a:r>
              <a:rPr lang="en-US" dirty="0" smtClean="0"/>
              <a:t> </a:t>
            </a:r>
            <a:r>
              <a:rPr lang="en-US" dirty="0" err="1" smtClean="0"/>
              <a:t>warung</a:t>
            </a:r>
            <a:r>
              <a:rPr lang="en-US" dirty="0" smtClean="0"/>
              <a:t> kopi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71" y="1974560"/>
            <a:ext cx="8414843" cy="4731040"/>
          </a:xfrm>
        </p:spPr>
      </p:pic>
    </p:spTree>
    <p:extLst>
      <p:ext uri="{BB962C8B-B14F-4D97-AF65-F5344CB8AC3E}">
        <p14:creationId xmlns:p14="http://schemas.microsoft.com/office/powerpoint/2010/main" val="239323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contact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688" y="1946851"/>
            <a:ext cx="8439484" cy="4744893"/>
          </a:xfrm>
        </p:spPr>
      </p:pic>
    </p:spTree>
    <p:extLst>
      <p:ext uri="{BB962C8B-B14F-4D97-AF65-F5344CB8AC3E}">
        <p14:creationId xmlns:p14="http://schemas.microsoft.com/office/powerpoint/2010/main" val="1769258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Tampilan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mobile simulator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47" y="1932998"/>
            <a:ext cx="8291630" cy="4661766"/>
          </a:xfrm>
        </p:spPr>
      </p:pic>
    </p:spTree>
    <p:extLst>
      <p:ext uri="{BB962C8B-B14F-4D97-AF65-F5344CB8AC3E}">
        <p14:creationId xmlns:p14="http://schemas.microsoft.com/office/powerpoint/2010/main" val="142346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67DC2E-72AE-3E8E-73DD-0498BB81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PENJELASAN HASIL DARI PENGERJAAN INI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9A3C6E-EEC5-0990-3814-A1ACD720D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Proses </a:t>
            </a:r>
            <a:r>
              <a:rPr lang="en-ID" dirty="0" err="1"/>
              <a:t>pengerjaan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HTML dan CSS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terstruktur</a:t>
            </a:r>
            <a:r>
              <a:rPr lang="en-ID" dirty="0"/>
              <a:t>. Selain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keberhasilan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yang </a:t>
            </a:r>
            <a:r>
              <a:rPr lang="en-ID" dirty="0" err="1"/>
              <a:t>responsif</a:t>
            </a:r>
            <a:r>
              <a:rPr lang="en-ID" dirty="0"/>
              <a:t> </a:t>
            </a:r>
            <a:r>
              <a:rPr lang="en-ID" dirty="0" err="1"/>
              <a:t>menandakan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website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dan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. Ke </a:t>
            </a:r>
            <a:r>
              <a:rPr lang="en-ID" dirty="0" err="1"/>
              <a:t>depannya</a:t>
            </a:r>
            <a:r>
              <a:rPr lang="en-ID" dirty="0"/>
              <a:t>,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 smtClean="0"/>
              <a:t>ditambahkan</a:t>
            </a:r>
            <a:r>
              <a:rPr lang="en-ID" dirty="0" smtClean="0"/>
              <a:t> </a:t>
            </a:r>
            <a:r>
              <a:rPr lang="en-ID" dirty="0" err="1"/>
              <a:t>tombol</a:t>
            </a:r>
            <a:r>
              <a:rPr lang="en-ID" dirty="0"/>
              <a:t> </a:t>
            </a:r>
            <a:r>
              <a:rPr lang="en-ID" dirty="0" err="1"/>
              <a:t>pemesanan</a:t>
            </a:r>
            <a:r>
              <a:rPr lang="en-ID" dirty="0"/>
              <a:t>, form </a:t>
            </a:r>
            <a:r>
              <a:rPr lang="en-ID" dirty="0" err="1"/>
              <a:t>kontak</a:t>
            </a:r>
            <a:r>
              <a:rPr lang="en-ID" dirty="0"/>
              <a:t>,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animasi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pengalaman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289089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204</TotalTime>
  <Words>361</Words>
  <Application>Microsoft Office PowerPoint</Application>
  <PresentationFormat>Custom</PresentationFormat>
  <Paragraphs>24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Gallery</vt:lpstr>
      <vt:lpstr>PEMROGRAMAN DASAR</vt:lpstr>
      <vt:lpstr>Penjelasan web warung kopi</vt:lpstr>
      <vt:lpstr>Penjelasan css</vt:lpstr>
      <vt:lpstr>PENJELASAN HTML</vt:lpstr>
      <vt:lpstr>Tampilan awal</vt:lpstr>
      <vt:lpstr>Tampilan menu</vt:lpstr>
      <vt:lpstr>Tampilan tentang warung kopi</vt:lpstr>
      <vt:lpstr>Tampilan dari contact</vt:lpstr>
      <vt:lpstr>Tampilan dari mobile simulator</vt:lpstr>
      <vt:lpstr>PENJELASAN HASIL DARI PENGERJAAN INI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DASAR</dc:title>
  <dc:creator>Dipani Nazhwa Budiman</dc:creator>
  <cp:lastModifiedBy>Windows User</cp:lastModifiedBy>
  <cp:revision>5</cp:revision>
  <dcterms:created xsi:type="dcterms:W3CDTF">2025-05-18T06:53:46Z</dcterms:created>
  <dcterms:modified xsi:type="dcterms:W3CDTF">2025-05-29T09:16:10Z</dcterms:modified>
</cp:coreProperties>
</file>