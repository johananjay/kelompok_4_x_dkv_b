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70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0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46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48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91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23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513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36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92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40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19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AE71-D127-4B8B-B35B-71A8272A1A4C}" type="datetimeFigureOut">
              <a:rPr lang="en-ID" smtClean="0"/>
              <a:t>30/05/2025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64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890B-CD23-3A4E-A5E3-46AB69EF6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9464" y="170122"/>
            <a:ext cx="9144000" cy="1021596"/>
          </a:xfrm>
        </p:spPr>
        <p:txBody>
          <a:bodyPr>
            <a:normAutofit fontScale="90000"/>
          </a:bodyPr>
          <a:lstStyle/>
          <a:p>
            <a:r>
              <a:rPr lang="en-US" dirty="0"/>
              <a:t>PEMROGRAMAN DASAR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65C33-F5E8-9EA5-A7DF-B8AACB51A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4316" y="3710065"/>
            <a:ext cx="8637072" cy="2509832"/>
          </a:xfrm>
        </p:spPr>
        <p:txBody>
          <a:bodyPr>
            <a:normAutofit fontScale="25000" lnSpcReduction="2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dirty="0" err="1"/>
              <a:t>Anggota</a:t>
            </a:r>
            <a:r>
              <a:rPr lang="en-US" sz="7200" dirty="0"/>
              <a:t>: 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Johan </a:t>
            </a: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Rizki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Apriadi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Radit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Maulana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Reva </a:t>
            </a: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Syafira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Rizki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Darmawan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Salwa </a:t>
            </a: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Azzahro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9FD2F2-5B0C-A533-D1BD-E84A071E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437" y="1191718"/>
            <a:ext cx="2237282" cy="22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6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mengapa</a:t>
            </a:r>
            <a:r>
              <a:rPr lang="en-US" dirty="0"/>
              <a:t> kami </a:t>
            </a:r>
            <a:r>
              <a:rPr lang="en-US" dirty="0" err="1"/>
              <a:t>membuat</a:t>
            </a:r>
            <a:r>
              <a:rPr lang="en-US" dirty="0"/>
              <a:t> web</a:t>
            </a:r>
            <a:br>
              <a:rPr lang="en-US" dirty="0"/>
            </a:br>
            <a:r>
              <a:rPr lang="en-US" dirty="0" err="1"/>
              <a:t>warung</a:t>
            </a:r>
            <a:r>
              <a:rPr lang="en-US" dirty="0"/>
              <a:t> kopi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kami </a:t>
            </a:r>
            <a:r>
              <a:rPr lang="en-US" dirty="0" err="1"/>
              <a:t>membuat</a:t>
            </a:r>
            <a:r>
              <a:rPr lang="en-US" dirty="0"/>
              <a:t> website </a:t>
            </a:r>
            <a:r>
              <a:rPr lang="en-US" dirty="0" err="1"/>
              <a:t>ini</a:t>
            </a:r>
            <a:r>
              <a:rPr lang="en-US" dirty="0"/>
              <a:t> untuk customer yang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memesan</a:t>
            </a:r>
            <a:r>
              <a:rPr lang="en-US" dirty="0"/>
              <a:t> secara online </a:t>
            </a:r>
            <a:r>
              <a:rPr lang="en-US" dirty="0" err="1"/>
              <a:t>jadi</a:t>
            </a:r>
            <a:r>
              <a:rPr lang="en-US" dirty="0"/>
              <a:t> customer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search </a:t>
            </a:r>
            <a:r>
              <a:rPr lang="en-US" dirty="0" err="1"/>
              <a:t>ke</a:t>
            </a:r>
            <a:r>
              <a:rPr lang="en-US" dirty="0"/>
              <a:t> google dan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ingin</a:t>
            </a:r>
            <a:r>
              <a:rPr lang="en-US" dirty="0"/>
              <a:t> di </a:t>
            </a:r>
            <a:r>
              <a:rPr lang="en-US" dirty="0" err="1"/>
              <a:t>beli</a:t>
            </a:r>
            <a:r>
              <a:rPr lang="en-US" dirty="0"/>
              <a:t>, </a:t>
            </a:r>
            <a:r>
              <a:rPr lang="en-US" dirty="0" err="1"/>
              <a:t>bertujuan</a:t>
            </a:r>
            <a:r>
              <a:rPr lang="en-US" dirty="0"/>
              <a:t> untuk </a:t>
            </a:r>
            <a:r>
              <a:rPr lang="en-US" dirty="0" err="1"/>
              <a:t>memudahkan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pemesanan</a:t>
            </a:r>
            <a:r>
              <a:rPr lang="en-US" dirty="0"/>
              <a:t>,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beranda</a:t>
            </a:r>
            <a:r>
              <a:rPr lang="en-US" dirty="0"/>
              <a:t>, menu, </a:t>
            </a:r>
            <a:r>
              <a:rPr lang="en-US" dirty="0" err="1"/>
              <a:t>lokasi</a:t>
            </a:r>
            <a:r>
              <a:rPr lang="en-US" dirty="0"/>
              <a:t>, dan </a:t>
            </a:r>
            <a:r>
              <a:rPr lang="en-US" dirty="0" err="1"/>
              <a:t>kontak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168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B5D2-BFAB-4257-EC62-8D4E4F17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css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6E77F-4581-F8EB-706F-68CDB2B3A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D" dirty="0"/>
              <a:t>CSS (Cascading Style Sheets)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elemen-elemen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 yang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HTML. Jika HTML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i="1" dirty="0" err="1"/>
              <a:t>rangka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web, </a:t>
            </a:r>
            <a:r>
              <a:rPr lang="en-ID" dirty="0" err="1"/>
              <a:t>maka</a:t>
            </a:r>
            <a:r>
              <a:rPr lang="en-ID" dirty="0"/>
              <a:t> CSS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i="1" dirty="0" err="1"/>
              <a:t>tampilan</a:t>
            </a:r>
            <a:r>
              <a:rPr lang="en-ID" i="1" dirty="0"/>
              <a:t> </a:t>
            </a:r>
            <a:r>
              <a:rPr lang="en-ID" i="1" dirty="0" err="1"/>
              <a:t>luarnya</a:t>
            </a:r>
            <a:r>
              <a:rPr lang="en-ID" dirty="0"/>
              <a:t> —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, </a:t>
            </a:r>
            <a:r>
              <a:rPr lang="en-ID" dirty="0" err="1"/>
              <a:t>bentuk</a:t>
            </a:r>
            <a:r>
              <a:rPr lang="en-ID" dirty="0"/>
              <a:t>, </a:t>
            </a:r>
            <a:r>
              <a:rPr lang="en-ID" dirty="0" err="1"/>
              <a:t>posisi</a:t>
            </a:r>
            <a:r>
              <a:rPr lang="en-ID" dirty="0"/>
              <a:t>, dan </a:t>
            </a:r>
            <a:r>
              <a:rPr lang="en-ID" dirty="0" err="1"/>
              <a:t>gaya</a:t>
            </a:r>
            <a:r>
              <a:rPr lang="en-ID" dirty="0"/>
              <a:t>.</a:t>
            </a:r>
          </a:p>
          <a:p>
            <a:r>
              <a:rPr lang="en-ID" dirty="0" err="1"/>
              <a:t>Dengan</a:t>
            </a:r>
            <a:r>
              <a:rPr lang="en-ID" dirty="0"/>
              <a:t> CSS, </a:t>
            </a:r>
            <a:r>
              <a:rPr lang="en-ID" dirty="0" err="1"/>
              <a:t>seorang</a:t>
            </a:r>
            <a:r>
              <a:rPr lang="en-ID" dirty="0"/>
              <a:t> developer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 yang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menarik</a:t>
            </a:r>
            <a:r>
              <a:rPr lang="en-ID" dirty="0"/>
              <a:t>, </a:t>
            </a:r>
            <a:r>
              <a:rPr lang="en-ID" dirty="0" err="1"/>
              <a:t>profesional</a:t>
            </a:r>
            <a:r>
              <a:rPr lang="en-ID" dirty="0"/>
              <a:t>, dan </a:t>
            </a:r>
            <a:r>
              <a:rPr lang="en-ID" dirty="0" err="1"/>
              <a:t>responsif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, tablet, dan smartphone.</a:t>
            </a:r>
          </a:p>
        </p:txBody>
      </p:sp>
    </p:spTree>
    <p:extLst>
      <p:ext uri="{BB962C8B-B14F-4D97-AF65-F5344CB8AC3E}">
        <p14:creationId xmlns:p14="http://schemas.microsoft.com/office/powerpoint/2010/main" val="353797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94956-D05B-6B02-F8D2-B0FA744E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PENJELASAN HTML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61CC9-55D3-A9B1-6DEE-D7F43F41C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132" y="1853754"/>
            <a:ext cx="9603275" cy="3450613"/>
          </a:xfrm>
        </p:spPr>
        <p:txBody>
          <a:bodyPr/>
          <a:lstStyle/>
          <a:p>
            <a:pPr>
              <a:buNone/>
            </a:pPr>
            <a:r>
              <a:rPr lang="en-ID" dirty="0"/>
              <a:t>HTML (</a:t>
            </a:r>
            <a:r>
              <a:rPr lang="en-ID" dirty="0" err="1"/>
              <a:t>HyperText</a:t>
            </a:r>
            <a:r>
              <a:rPr lang="en-ID" dirty="0"/>
              <a:t> Markup Language)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markah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dan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web. HTML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JavaScript), </a:t>
            </a:r>
            <a:r>
              <a:rPr lang="en-ID" dirty="0" err="1"/>
              <a:t>melainkan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markah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"tag" (</a:t>
            </a:r>
            <a:r>
              <a:rPr lang="en-ID" dirty="0" err="1"/>
              <a:t>penanda</a:t>
            </a:r>
            <a:r>
              <a:rPr lang="en-ID" dirty="0"/>
              <a:t>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pada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web.</a:t>
            </a:r>
          </a:p>
          <a:p>
            <a:r>
              <a:rPr lang="en-ID" dirty="0"/>
              <a:t>HTML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web, dan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CSS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JavaScript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interaktivitas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9982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80F0-95C0-3245-79BE-53FC0757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awal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ECFC7-C648-8C69-EFA4-3734E540C940}"/>
              </a:ext>
            </a:extLst>
          </p:cNvPr>
          <p:cNvSpPr txBox="1"/>
          <p:nvPr/>
        </p:nvSpPr>
        <p:spPr>
          <a:xfrm>
            <a:off x="0" y="2189470"/>
            <a:ext cx="40439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Ini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tampilan</a:t>
            </a:r>
            <a:r>
              <a:rPr lang="en-US" sz="2000" dirty="0"/>
              <a:t> </a:t>
            </a:r>
            <a:r>
              <a:rPr lang="en-US" sz="2000" dirty="0" err="1"/>
              <a:t>beranda</a:t>
            </a:r>
            <a:r>
              <a:rPr lang="en-US" sz="2000" dirty="0"/>
              <a:t> web  </a:t>
            </a:r>
            <a:r>
              <a:rPr lang="en-US" sz="2000" dirty="0" err="1"/>
              <a:t>kelompok</a:t>
            </a:r>
            <a:r>
              <a:rPr lang="en-US" sz="2000" dirty="0"/>
              <a:t> 4</a:t>
            </a:r>
          </a:p>
          <a:p>
            <a:endParaRPr lang="en-US" sz="2000" dirty="0"/>
          </a:p>
          <a:p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proyek</a:t>
            </a:r>
            <a:r>
              <a:rPr lang="en-US" sz="2000" dirty="0"/>
              <a:t> web </a:t>
            </a:r>
            <a:r>
              <a:rPr lang="en-US" sz="2000" dirty="0" err="1"/>
              <a:t>warung</a:t>
            </a:r>
            <a:r>
              <a:rPr lang="en-US" sz="2000" dirty="0"/>
              <a:t> kopi </a:t>
            </a:r>
            <a:r>
              <a:rPr lang="en-US" sz="2000" dirty="0" err="1"/>
              <a:t>menggunakan</a:t>
            </a:r>
            <a:r>
              <a:rPr lang="en-US" sz="2000" dirty="0"/>
              <a:t> HTML (</a:t>
            </a:r>
            <a:r>
              <a:rPr lang="en-US" sz="2000" dirty="0" err="1"/>
              <a:t>HyperText</a:t>
            </a:r>
            <a:r>
              <a:rPr lang="en-US" sz="2000" dirty="0"/>
              <a:t> Markup Language)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kerangka</a:t>
            </a:r>
            <a:r>
              <a:rPr lang="en-US" sz="2000" dirty="0"/>
              <a:t> </a:t>
            </a:r>
            <a:r>
              <a:rPr lang="en-US" sz="2000" dirty="0" err="1"/>
              <a:t>dasar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halaman</a:t>
            </a:r>
            <a:r>
              <a:rPr lang="en-US" sz="2000" dirty="0"/>
              <a:t> web </a:t>
            </a:r>
            <a:r>
              <a:rPr lang="en-US" sz="2000" dirty="0" err="1"/>
              <a:t>menyusun</a:t>
            </a:r>
            <a:r>
              <a:rPr lang="en-US" sz="2000" dirty="0"/>
              <a:t> </a:t>
            </a:r>
            <a:r>
              <a:rPr lang="en-US" sz="2000" dirty="0" err="1"/>
              <a:t>elemen-elemen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, </a:t>
            </a:r>
            <a:r>
              <a:rPr lang="en-US" sz="2000" dirty="0" err="1"/>
              <a:t>gambar</a:t>
            </a:r>
            <a:r>
              <a:rPr lang="en-US" sz="2000" dirty="0"/>
              <a:t>.</a:t>
            </a:r>
            <a:endParaRPr lang="en-ID" sz="20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58CB9A-E673-E3FE-129C-3525AAE92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937" y="2106571"/>
            <a:ext cx="7931193" cy="4459119"/>
          </a:xfrm>
        </p:spPr>
      </p:pic>
    </p:spTree>
    <p:extLst>
      <p:ext uri="{BB962C8B-B14F-4D97-AF65-F5344CB8AC3E}">
        <p14:creationId xmlns:p14="http://schemas.microsoft.com/office/powerpoint/2010/main" val="3351714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Tampilan</a:t>
            </a:r>
            <a:r>
              <a:rPr lang="en-US" dirty="0"/>
              <a:t> menu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6157DA-C9BD-F2EB-1BD2-A1C87FE42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996" y="2016124"/>
            <a:ext cx="8198716" cy="4609527"/>
          </a:xfrm>
        </p:spPr>
      </p:pic>
    </p:spTree>
    <p:extLst>
      <p:ext uri="{BB962C8B-B14F-4D97-AF65-F5344CB8AC3E}">
        <p14:creationId xmlns:p14="http://schemas.microsoft.com/office/powerpoint/2010/main" val="4111142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warung</a:t>
            </a:r>
            <a:r>
              <a:rPr lang="en-US" dirty="0"/>
              <a:t> kopi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E45FD4-2742-4B1E-B469-419FEC93B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968" y="2016124"/>
            <a:ext cx="8172054" cy="4594537"/>
          </a:xfrm>
        </p:spPr>
      </p:pic>
    </p:spTree>
    <p:extLst>
      <p:ext uri="{BB962C8B-B14F-4D97-AF65-F5344CB8AC3E}">
        <p14:creationId xmlns:p14="http://schemas.microsoft.com/office/powerpoint/2010/main" val="239323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contact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6B8D2F-6C7A-E251-DC0C-4C7548530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894" y="2016124"/>
            <a:ext cx="8118730" cy="4564557"/>
          </a:xfrm>
        </p:spPr>
      </p:pic>
    </p:spTree>
    <p:extLst>
      <p:ext uri="{BB962C8B-B14F-4D97-AF65-F5344CB8AC3E}">
        <p14:creationId xmlns:p14="http://schemas.microsoft.com/office/powerpoint/2010/main" val="176925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mobile simulator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BA3AA8-FCF0-EDAE-1E6F-702FFAF73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964" y="2016124"/>
            <a:ext cx="8172054" cy="4594537"/>
          </a:xfrm>
        </p:spPr>
      </p:pic>
    </p:spTree>
    <p:extLst>
      <p:ext uri="{BB962C8B-B14F-4D97-AF65-F5344CB8AC3E}">
        <p14:creationId xmlns:p14="http://schemas.microsoft.com/office/powerpoint/2010/main" val="142346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DC2E-72AE-3E8E-73DD-0498BB81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PENJELASAN HASIL DARI PENGERJAAN INI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A3C6E-EEC5-0990-3814-A1ACD720D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Proses </a:t>
            </a:r>
            <a:r>
              <a:rPr lang="en-ID" dirty="0" err="1"/>
              <a:t>pengerjaan</a:t>
            </a:r>
            <a:r>
              <a:rPr lang="en-ID" dirty="0"/>
              <a:t>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HTML dan CSS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terstruktur</a:t>
            </a:r>
            <a:r>
              <a:rPr lang="en-ID" dirty="0"/>
              <a:t>. Selain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yang </a:t>
            </a:r>
            <a:r>
              <a:rPr lang="en-ID" dirty="0" err="1"/>
              <a:t>responsif</a:t>
            </a:r>
            <a:r>
              <a:rPr lang="en-ID" dirty="0"/>
              <a:t> </a:t>
            </a:r>
            <a:r>
              <a:rPr lang="en-ID" dirty="0" err="1"/>
              <a:t>menandakan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. Ke </a:t>
            </a:r>
            <a:r>
              <a:rPr lang="en-ID" dirty="0" err="1"/>
              <a:t>depannya</a:t>
            </a:r>
            <a:r>
              <a:rPr lang="en-ID" dirty="0"/>
              <a:t>,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ditambahkan</a:t>
            </a:r>
            <a:r>
              <a:rPr lang="en-ID" dirty="0"/>
              <a:t> </a:t>
            </a:r>
            <a:r>
              <a:rPr lang="en-ID" dirty="0" err="1"/>
              <a:t>tombol</a:t>
            </a:r>
            <a:r>
              <a:rPr lang="en-ID" dirty="0"/>
              <a:t> </a:t>
            </a:r>
            <a:r>
              <a:rPr lang="en-ID" dirty="0" err="1"/>
              <a:t>pemesanan</a:t>
            </a:r>
            <a:r>
              <a:rPr lang="en-ID" dirty="0"/>
              <a:t>, form </a:t>
            </a:r>
            <a:r>
              <a:rPr lang="en-ID" dirty="0" err="1"/>
              <a:t>kontak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animasi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289089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215</TotalTime>
  <Words>325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Times New Roman</vt:lpstr>
      <vt:lpstr>Gallery</vt:lpstr>
      <vt:lpstr>PEMROGRAMAN DASAR</vt:lpstr>
      <vt:lpstr>Penjelasan mengapa kami membuat web warung kopi</vt:lpstr>
      <vt:lpstr>Penjelasan css</vt:lpstr>
      <vt:lpstr>PENJELASAN HTML</vt:lpstr>
      <vt:lpstr>Tampilan awal</vt:lpstr>
      <vt:lpstr>Tampilan menu</vt:lpstr>
      <vt:lpstr>Tampilan tentang warung kopi</vt:lpstr>
      <vt:lpstr>Tampilan dari contact</vt:lpstr>
      <vt:lpstr>Tampilan dari mobile simulator</vt:lpstr>
      <vt:lpstr>PENJELASAN HASIL DARI PENGERJAAN INI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DASAR</dc:title>
  <dc:creator>Dipani Nazhwa Budiman</dc:creator>
  <cp:lastModifiedBy>Dipani Nazhwa Budiman</cp:lastModifiedBy>
  <cp:revision>6</cp:revision>
  <dcterms:created xsi:type="dcterms:W3CDTF">2025-05-18T06:53:46Z</dcterms:created>
  <dcterms:modified xsi:type="dcterms:W3CDTF">2025-05-30T11:06:31Z</dcterms:modified>
</cp:coreProperties>
</file>